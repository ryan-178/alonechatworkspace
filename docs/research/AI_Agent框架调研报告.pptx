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Agent框架市场调研报告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2025-2026年度主流框架全景分析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报告日期：2026年5月</a:t>
            </a:r>
            <a:endParaRPr lang="en-US" sz="16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执行摘要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Agent技术概述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主流框架详细分析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框架对比分析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技术趋势与展望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选型建议</a:t>
            </a:r>
            <a:endParaRPr lang="en-US" sz="18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执行摘要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2025年被业界公认为"AI Agent爆发元年"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Agent已从简单的聊天机器人演变为能进行多步推理、工具使用和协同解决问题的复杂系统。本报告涵盖Anthropic、OpenAI、Microsoft、Google、Meta等科技巨头的产品，以及LangChain、LlamaIndex、CrewAI等开源框架。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2560320" cy="20116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技术方向分化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从Copilot模式向Agentic模式演进，强调自主决策能力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560320"/>
            <a:ext cx="2560320" cy="20116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生态整合加速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各大厂商推出统一框架，如Microsoft Agent Framework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560320"/>
            <a:ext cx="2560320" cy="20116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编程场景主战场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Code、OpenAI Codex聚焦开发者生产力提升</a:t>
            </a:r>
            <a:endParaRPr lang="en-US" sz="12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AI Agent技术概述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什么是AI Agent？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Agent是一种能够感知环境、自主决策并执行动作的智能系统。与传统大模型相比，AI Agent的核心差异在于"思考-行动"闭环能力的构建。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技术演进三阶段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377440" cy="201168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Chain-of-Thought、ReAct模式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2560320"/>
            <a:ext cx="2377440" cy="201168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4747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RAG、工具调用扩展能力边界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2560320"/>
            <a:ext cx="2377440" cy="201168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34747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自我进化、多Agent协作</a:t>
            </a:r>
            <a:endParaRPr lang="en-US" sz="11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 Anthropic Claude系列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Computer Use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2024年10月发布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支持Mac上直接执行点击、滚动、打字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无需专用API接口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复杂流程成功率约15%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2025年2月正式发布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本地终端(CLI)运行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规划、编写、测试、提交全自动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支持MCP协议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核心定位：专为开发者设计的命令行助手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适用场景：代码重构、Bug修复、自动化测试、CI/CD流程、项目初始化</a:t>
            </a:r>
            <a:endParaRPr lang="en-US" sz="13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OpenAI Codex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发展历程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2025年5月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CLI发布，支持多智能体工作流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2026年2月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独立macOS客户端推出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核心特点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支持多智能体协作工作流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直接读写代码文件、执行命令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从修Bug到写新功能的全流程支持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主打全栈开发与复杂系统重构</a:t>
            </a:r>
            <a:endParaRPr lang="en-US" sz="13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 Microsoft Agent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技术演进路线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多智能体对话编排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0" y="1371600"/>
            <a:ext cx="256032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Kernel抽象+Plugin系统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109728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统一SDK（2025.10发布）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核心特性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Skill概念完善，支持复杂任务编排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 Memory + Azure AI Search做RAG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Thread-based状态管理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多语言支持：Python、C#、Java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Plugin系统设计成熟，可复用性强</a:t>
            </a:r>
            <a:endParaRPr lang="en-US" sz="12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 Google &amp; Meta AI Agent生态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Agent Mode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2025 I/O大会发布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支持自主完成复杂任务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Mariner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Chrome浏览器AI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可监督10个同时进行的任务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2026年5月停服，技术迁移至其他产品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2025年4月发布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支持直接语音对话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推动AI Agent发展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Manus收购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6517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2025年12月，超20亿美元收购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源自中国的通用AI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多重签名(multisig)系统</a:t>
            </a:r>
            <a:endParaRPr lang="en-US" sz="11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 开源框架生态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7315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914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4904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100k+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最知名开源框架，Deep Agents架构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73152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44.6k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文档Agent基础设施，RAG专家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73152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38.8k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多角色协作框架，企业级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731520" cy="7315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3931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160k+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自主Agent先驱，目标驱动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188720"/>
                <a:gridCol w="1371600"/>
                <a:gridCol w="731520"/>
                <a:gridCol w="109728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框架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厂商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类型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主要场景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开源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学习曲线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Claude Code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Anthropic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CLI工具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编程开发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否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低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OpenAI Codex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OpenAI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CLI工具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编程开发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否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低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MAF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Microsoft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开发框架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企业应用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部分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中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LangChain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社区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开发框架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通用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是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中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LlamaIndex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社区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开发框架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文档/RAG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是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中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CrewAI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社区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开发框架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多Agent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是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</a:rPr>
                        <a:t>中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框架对比分析</a:t>
            </a:r>
            <a:endParaRPr lang="en-US" sz="32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技术趋势与展望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从Copilot到Agent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2024是Copilot普及年，2025是Agentic Coding爆发元年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4864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多Agent协作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从单Agent向多Agent系统演进，支持复杂任务分解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编程场景主战场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SWE-Bench基准测试持续提升，开发者生产力成焦点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86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框架统一化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160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Microsoft整合AutoGen与Semantic Kernel，生态整合加速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选型建议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按使用场景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编程开发：Claude Code / OpenAI Codex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企业应用：Microsoft Agent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文档处理：LlamaIndex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多Agent协作：CrewAI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按技术栈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2801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Python：LangChain / LlamaIndex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.NET：Microsoft Agent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Java：Microsoft Agent 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关键考量因素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生态兼容性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3383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学习成本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3383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社区活跃度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商业化成本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安全合规</a:t>
            </a:r>
            <a:endParaRPr lang="en-US" sz="12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Agent框架市场调研报告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</a:t>
            </a:r>
            <a:endParaRPr lang="en-US" sz="16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2026-05-16T14:05:27Z</dcterms:created>
  <dcterms:modified xsi:type="dcterms:W3CDTF">2026-05-16T14:05:27Z</dcterms:modified>
</cp:coreProperties>
</file>